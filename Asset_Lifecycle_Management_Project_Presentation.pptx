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95360" y="0"/>
            <a:ext cx="3611880" cy="68580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9BDDDB"/>
                </a:solidFill>
                <a:latin typeface="Aptos"/>
              </a:rP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740664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Asset Lifecycle
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67665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0">
                <a:solidFill>
                  <a:srgbClr val="E1E9F2"/>
                </a:solidFill>
                <a:latin typeface="Aptos"/>
              </a:rPr>
              <a:t>A role-based application for managing assets,
maintenance requests, and operational visibility.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128016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783080"/>
            <a:ext cx="12252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42641"/>
                </a:solidFill>
                <a:latin typeface="Aptos"/>
              </a:rPr>
              <a:t>USER</a:t>
            </a:r>
          </a:p>
        </p:txBody>
      </p:sp>
      <p:sp>
        <p:nvSpPr>
          <p:cNvPr id="9" name="Oval 8"/>
          <p:cNvSpPr/>
          <p:nvPr/>
        </p:nvSpPr>
        <p:spPr>
          <a:xfrm>
            <a:off x="9418320" y="27432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91472" y="3246120"/>
            <a:ext cx="12252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42641"/>
                </a:solidFill>
                <a:latin typeface="Aptos"/>
              </a:rPr>
              <a:t>ADMIN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0" y="42062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4709159"/>
            <a:ext cx="12252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42641"/>
                </a:solidFill>
                <a:latin typeface="Aptos"/>
              </a:rPr>
              <a:t>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6949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8D6E5"/>
                </a:solidFill>
                <a:latin typeface="Aptos"/>
              </a:rPr>
              <a:t>SAP CAP • Fiori-style UI • OData services • SAP BTP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142641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93776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100" b="1">
                <a:solidFill>
                  <a:srgbClr val="142641"/>
                </a:solidFill>
                <a:latin typeface="Aptos"/>
              </a:rPr>
              <a:t>What the system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489204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0">
                <a:solidFill>
                  <a:srgbClr val="232D3A"/>
                </a:solidFill>
                <a:latin typeface="Aptos"/>
              </a:rPr>
              <a:t>Provides a central application to track company assets and coordinate maintenance work across different user roles.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1B9191"/>
                </a:solidFill>
                <a:latin typeface="Aptos"/>
              </a:rP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86200"/>
            <a:ext cx="48463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32D3A"/>
                </a:solidFill>
                <a:latin typeface="Aptos"/>
              </a:rPr>
              <a:t>The right user sees the right functions, while asset and maintenance information is managed through backend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2331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73152" cy="18288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581912"/>
            <a:ext cx="19659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039112"/>
            <a:ext cx="19659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View assigned assets and raise maintenance requests.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417320"/>
            <a:ext cx="25146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32520" y="1417320"/>
            <a:ext cx="73152" cy="182880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3688" y="1581912"/>
            <a:ext cx="21488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2039112"/>
            <a:ext cx="21488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Maintain master data and review maintenance requests.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657600"/>
            <a:ext cx="25603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657600"/>
            <a:ext cx="73152" cy="18288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3822191"/>
            <a:ext cx="21945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4279392"/>
            <a:ext cx="2194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Monitor maintenance activity and review reports.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142641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8006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Challenges addressed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480060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• Asset details can be spread across multiple records
• Maintenance requests need a clear workflow
• Different teams need role-appropriate views
• Managers need a quick overview of asset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6636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2976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581912"/>
            <a:ext cx="48006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039112"/>
            <a:ext cx="480060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• Organize asset information in one application
• Enable users to submit maintenance requests
• Support admin review and approval decisions
• Give managers visibility into maintenance status and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142641"/>
                </a:solidFill>
                <a:latin typeface="Aptos"/>
              </a:rPr>
              <a:t>User Roles &amp;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3383280" cy="6858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3017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880360" cy="2560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View assigned assets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Raise maintenance requests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Track request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08760"/>
            <a:ext cx="338328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508760"/>
            <a:ext cx="3383280" cy="68580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709928"/>
            <a:ext cx="3017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2880360" cy="2560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Manage asset/master data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Approve or reject requests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Maintain data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08760"/>
            <a:ext cx="338328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508760"/>
            <a:ext cx="3383280" cy="6858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09928"/>
            <a:ext cx="3017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60320"/>
            <a:ext cx="2880360" cy="2560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Monitor maintenance work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Review operational reports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Follow request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142641"/>
                </a:solidFill>
                <a:latin typeface="Aptos"/>
              </a:rPr>
              <a:t>Maintenance Request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04</a:t>
            </a:r>
          </a:p>
        </p:txBody>
      </p:sp>
      <p:sp>
        <p:nvSpPr>
          <p:cNvPr id="5" name="Oval 4"/>
          <p:cNvSpPr/>
          <p:nvPr/>
        </p:nvSpPr>
        <p:spPr>
          <a:xfrm>
            <a:off x="1078992" y="1600200"/>
            <a:ext cx="777240" cy="777240"/>
          </a:xfrm>
          <a:prstGeom prst="ellipse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847088"/>
            <a:ext cx="685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142641"/>
                </a:solidFill>
                <a:latin typeface="Aptos"/>
              </a:rPr>
              <a:t>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3127248"/>
            <a:ext cx="19659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32D3A"/>
                </a:solidFill>
                <a:latin typeface="Aptos"/>
              </a:rPr>
              <a:t>User creates a maintenance request for an asset.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947672"/>
            <a:ext cx="1005840" cy="36576"/>
          </a:xfrm>
          <a:prstGeom prst="rect">
            <a:avLst/>
          </a:prstGeom>
          <a:solidFill>
            <a:srgbClr val="BEC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29000" y="1600200"/>
            <a:ext cx="777240" cy="777240"/>
          </a:xfrm>
          <a:prstGeom prst="ellipse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847088"/>
            <a:ext cx="685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142641"/>
                </a:solidFill>
                <a:latin typeface="Aptos"/>
              </a:rP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3127248"/>
            <a:ext cx="19659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32D3A"/>
                </a:solidFill>
                <a:latin typeface="Aptos"/>
              </a:rPr>
              <a:t>Admin checks the request and its details.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947672"/>
            <a:ext cx="1005840" cy="36576"/>
          </a:xfrm>
          <a:prstGeom prst="rect">
            <a:avLst/>
          </a:prstGeom>
          <a:solidFill>
            <a:srgbClr val="BEC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79007" y="1600200"/>
            <a:ext cx="777240" cy="777240"/>
          </a:xfrm>
          <a:prstGeom prst="ellipse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7" y="1847088"/>
            <a:ext cx="685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142641"/>
                </a:solidFill>
                <a:latin typeface="Aptos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3" y="3127248"/>
            <a:ext cx="19659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32D3A"/>
                </a:solidFill>
                <a:latin typeface="Aptos"/>
              </a:rPr>
              <a:t>Admin approves or rejects the request.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74536" y="1947672"/>
            <a:ext cx="1005840" cy="36576"/>
          </a:xfrm>
          <a:prstGeom prst="rect">
            <a:avLst/>
          </a:prstGeom>
          <a:solidFill>
            <a:srgbClr val="BEC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29016" y="1600200"/>
            <a:ext cx="777240" cy="777240"/>
          </a:xfrm>
          <a:prstGeom prst="ellipse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847088"/>
            <a:ext cx="685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142641"/>
                </a:solidFill>
                <a:latin typeface="Aptos"/>
              </a:rPr>
              <a:t>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3127248"/>
            <a:ext cx="19659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32D3A"/>
                </a:solidFill>
                <a:latin typeface="Aptos"/>
              </a:rPr>
              <a:t>Manager monitors progress and status.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1947672"/>
            <a:ext cx="1005840" cy="36576"/>
          </a:xfrm>
          <a:prstGeom prst="rect">
            <a:avLst/>
          </a:prstGeom>
          <a:solidFill>
            <a:srgbClr val="BEC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79024" y="1600200"/>
            <a:ext cx="777240" cy="777240"/>
          </a:xfrm>
          <a:prstGeom prst="ellipse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24744" y="1847088"/>
            <a:ext cx="685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6104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142641"/>
                </a:solidFill>
                <a:latin typeface="Aptos"/>
              </a:rPr>
              <a:t>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127248"/>
            <a:ext cx="19659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32D3A"/>
                </a:solidFill>
                <a:latin typeface="Aptos"/>
              </a:rPr>
              <a:t>Request is updated when work is completed.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B9191"/>
                </a:solidFill>
                <a:latin typeface="Aptos"/>
              </a:rPr>
              <a:t>Workflow goal: keep request ownership, decisions, and status visible to the appropriate role.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142641"/>
                </a:solidFill>
                <a:latin typeface="Aptos"/>
              </a:rPr>
              <a:t>Application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2971800" cy="3383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73152" cy="33832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73351"/>
            <a:ext cx="2606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1. 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30552"/>
            <a:ext cx="26060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Fiori-style web pages
User Dashboard
Admin pages
Manager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08760"/>
            <a:ext cx="2971800" cy="3383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508760"/>
            <a:ext cx="73152" cy="33832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1673351"/>
            <a:ext cx="2606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2. Service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130552"/>
            <a:ext cx="26060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SAP CAP services
CDS service definitions
OData V4 endpoints
Role-based 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508760"/>
            <a:ext cx="2971800" cy="3383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508760"/>
            <a:ext cx="73152" cy="33832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1673351"/>
            <a:ext cx="2606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3. 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2130552"/>
            <a:ext cx="26060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Database persistence
Asset records
Employee/user mapping
Maintenance requests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13632" y="2743200"/>
            <a:ext cx="502920" cy="502920"/>
          </a:xfrm>
          <a:prstGeom prst="rightArrow">
            <a:avLst/>
          </a:prstGeom>
          <a:solidFill>
            <a:srgbClr val="AAB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708392" y="2743200"/>
            <a:ext cx="502920" cy="502920"/>
          </a:xfrm>
          <a:prstGeom prst="rightArrow">
            <a:avLst/>
          </a:prstGeom>
          <a:solidFill>
            <a:srgbClr val="AAB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5C6C80"/>
                </a:solidFill>
                <a:latin typeface="Aptos"/>
              </a:rPr>
              <a:t>Deployment target: SAP Business Technology Platform (BTP), using Cloud Foundry and the configured application services.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142641"/>
                </a:solidFill>
                <a:latin typeface="Aptos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074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10972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490472"/>
            <a:ext cx="47091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SAP 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47672"/>
            <a:ext cx="4709159" cy="3657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Backend application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25880"/>
            <a:ext cx="5074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73152" cy="10972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490472"/>
            <a:ext cx="47091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CDS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947672"/>
            <a:ext cx="4709159" cy="3657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Data models and service definitions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43200"/>
            <a:ext cx="5074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743200"/>
            <a:ext cx="73152" cy="10972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07792"/>
            <a:ext cx="47091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OData V4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364992"/>
            <a:ext cx="4709159" cy="3657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API access for UI and service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43200"/>
            <a:ext cx="5074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743200"/>
            <a:ext cx="73152" cy="10972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907792"/>
            <a:ext cx="47091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Fiori-style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64992"/>
            <a:ext cx="4709159" cy="3657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Role-specific web interface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60520"/>
            <a:ext cx="5074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60520"/>
            <a:ext cx="73152" cy="10972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325112"/>
            <a:ext cx="47091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SAP BTP / Cloud Foundry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782312"/>
            <a:ext cx="4709159" cy="3657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Cloud deployment environment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60520"/>
            <a:ext cx="5074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160520"/>
            <a:ext cx="73152" cy="10972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325112"/>
            <a:ext cx="47091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HANA / configured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782312"/>
            <a:ext cx="4709159" cy="3657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Persistent application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142641"/>
                </a:solidFill>
                <a:latin typeface="Aptos"/>
              </a:rPr>
              <a:t>Security &amp;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4846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100" b="1">
                <a:solidFill>
                  <a:srgbClr val="142641"/>
                </a:solidFill>
                <a:latin typeface="Aptos"/>
              </a:rPr>
              <a:t>Role-based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846320" cy="3291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User-facing functions are intended for the User role.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Admin functions require Admin access.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Manager services are configured for Manager and Admin roles.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Backend authorization complements the UI navigation.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45720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508760"/>
            <a:ext cx="73152" cy="347472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673351"/>
            <a:ext cx="42062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130552"/>
            <a:ext cx="420624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• Limits access to role-appropriate operations
• Helps protect asset and maintenance records
• Separates user, admin, and manager responsibilities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532120"/>
            <a:ext cx="10332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5C6C80"/>
                </a:solidFill>
                <a:latin typeface="Aptos"/>
              </a:rPr>
              <a:t>Note: final permissions should be verified against the deployed identity configuration and role assignments.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142641"/>
                </a:solidFill>
                <a:latin typeface="Aptos"/>
              </a:rPr>
              <a:t>Key Benefits &amp; 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98348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15544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81912"/>
            <a:ext cx="4617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Better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39112"/>
            <a:ext cx="4617720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Asset and maintenance information is easier to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498348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73152" cy="15544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581912"/>
            <a:ext cx="4617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Clear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39112"/>
            <a:ext cx="4617720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Each role has defined responsibilities.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74720"/>
            <a:ext cx="498348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474720"/>
            <a:ext cx="73152" cy="15544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639312"/>
            <a:ext cx="4617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Structured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096511"/>
            <a:ext cx="4617720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Requests move through review, decision, and tracking.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74720"/>
            <a:ext cx="498348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73152" cy="15544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639312"/>
            <a:ext cx="4617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Faster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096511"/>
            <a:ext cx="4617720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Manager views can support operational follow-up.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B9191"/>
                </a:solidFill>
                <a:latin typeface="Aptos"/>
              </a:rPr>
              <a:t>Expected outcome: a more organized and transparent asset maintenance process.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10515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9BDDDB"/>
                </a:solidFill>
                <a:latin typeface="Aptos"/>
              </a:rP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4937760" cy="2651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Role-based asset lifecycle application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Maintenance request review and tracking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CAP services exposed through OData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Designed for deployment on SAP BTP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00200"/>
            <a:ext cx="4846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9BDDDB"/>
                </a:solidFill>
                <a:latin typeface="Aptos"/>
              </a:rPr>
              <a:t>Recommended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2148840"/>
            <a:ext cx="4846320" cy="2926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Validate role assignments and login flow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Test end-to-end maintenance scenarios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Verify data visibility for each user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Capture final UI screenshots for the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9788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