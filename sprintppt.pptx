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1C9AD-1958-8FBF-F667-746BC17A9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7FE2E-834C-8A34-1E3F-EF061F06A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D2487-5C8C-01A7-40C9-63AA58C8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9BD2C-3ACF-77F4-9941-CECB77650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FEC96-6FEB-1E7E-E27C-507692C6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7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91133-FA8A-35C2-1F79-EA58E318E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88587-3771-4DD8-23D3-62FF6EAEF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C7406-DFB0-B356-FFA8-70267FBC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E4559-D8BA-1ECA-93E5-570C189F4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C38BA-A40A-F163-4535-8A78CE6D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1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C750-7292-1E89-E069-6CC3F15D3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8D9DE-705A-36D2-D2C0-57359C01E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D5ACB-25DD-12CE-23CC-C2291D365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4C33C-163E-24BF-FF7F-369DE9FC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6F0D9-A654-A2A7-235F-4A75BC906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4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C5B1-8189-598A-F68E-6501654BA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790DF-E1E1-9154-4DF1-67EC1CC07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A2FD0-9117-DF92-8D39-324694E78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A301F-49FE-814A-2EBB-58E6FAFCE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45648-EB73-EC3C-FA8C-B695059E9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453E5-D4E8-21F6-7E5F-23103C70A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80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BB03-F2ED-C971-0310-342D20D8A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352B4-5B3E-1CF5-F61D-AA10C3326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1EDD4-84AA-E92A-96F2-225163A21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410BC-54AA-33FA-AC6E-D4E8FA73D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D376A-3CAE-4823-9C72-11403363A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7265F6-D5C8-DA34-DD57-FCA99DA9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CB2B3-1726-1D69-045D-8446F89B3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65D56A-1C59-0A41-6979-D5EBE253B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9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F7D64-867F-9216-596A-D75F044F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AEC27-9743-FA14-B980-3E1D89FFE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BE04C-F7D6-2F8C-272F-853DE9CE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65D79-407E-21EE-927B-6A4606EA5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98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118AEB-2732-A453-5C9B-F06823B2A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2A4A3-6080-1EE8-C630-BBB75E10F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56748-75EE-37D4-76D7-2DD64610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2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88E2D-F725-221A-E48B-7D9591D8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72878-0A7B-065C-62FE-E1AE8420A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24DF84-3A6B-970D-5EB9-DC57739BD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D9035-B415-4EE1-51F8-C6742AB18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C63CE-6A79-961D-3159-1B6F0FCA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EB573-D120-29FF-606F-0797086B6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06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E408-ACFC-F81B-88F9-D0370D9E9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7D21F-1BE9-E86F-7180-05C35AF959B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5D752-03B0-0AF2-1704-1AB7864BC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35E17-3803-93BD-B263-31F4D1388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A6567-1AE3-0859-2F1E-9BCB03746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AF478-DAD0-351D-303C-C5E3E2C3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7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5E1F-1A0D-9BA4-2D35-9381BC5DF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D023A-CF64-BF2A-ABA1-C783391CC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CDB0F-E64A-FEBC-77A4-FA9EA8ADB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19E45-ADB3-AD7F-CE4F-697682A6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9FA49-0C1E-53C8-F20D-83E5CF67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56BCA-2924-4482-4423-FE42761AE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2ADCE-5484-1FD6-E521-0EDA8FC6E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A7008-2BEA-ED88-CB8C-9236C86EB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6ED87-CA42-3409-F103-6FD5289CB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7C601-21CC-47F3-00D9-4C2D8CEFF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20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BF50FD-8EDC-6E46-FD8C-D1508328F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94B4D-B760-48B6-88F1-76EDD7E25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0A72A-F0A1-A79D-8684-6538AF783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9DFA4-46AA-DE14-D9B4-0F7A5EF0C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EBE94-B076-B4EB-75A2-87E6F0717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4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21956" y="1852049"/>
            <a:ext cx="10297158" cy="131265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Asset Lifecycle
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2886" y="1078527"/>
            <a:ext cx="7132335" cy="1312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/>
              <a:t>CAPGEMINI | SPRINT EVALUATION</a:t>
            </a:r>
            <a:endParaRPr lang="en-US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2107" y="3807213"/>
            <a:ext cx="10137650" cy="3847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900" b="0" dirty="0">
                <a:latin typeface="Aptos"/>
              </a:rPr>
              <a:t>A role-based application for managing assets,  maintenance requests, and operational visibility.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107" y="5650683"/>
            <a:ext cx="694944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500" b="0" dirty="0">
                <a:latin typeface="Aptos"/>
              </a:rPr>
              <a:t>SAP CAP • SAP Fiori • OData services • SAP BTP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142641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93776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100" b="1">
                <a:solidFill>
                  <a:srgbClr val="142641"/>
                </a:solidFill>
                <a:latin typeface="Aptos"/>
              </a:rPr>
              <a:t>What the system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489204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0">
                <a:solidFill>
                  <a:srgbClr val="232D3A"/>
                </a:solidFill>
                <a:latin typeface="Aptos"/>
              </a:rPr>
              <a:t>Provides a central application to track company assets and coordinate maintenance work across different user roles.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1B9191"/>
                </a:solidFill>
                <a:latin typeface="Aptos"/>
              </a:rP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86200"/>
            <a:ext cx="48463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32D3A"/>
                </a:solidFill>
                <a:latin typeface="Aptos"/>
              </a:rPr>
              <a:t>The right user sees the right functions, while asset and maintenance information is managed through backend services.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73152" cy="18288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27648" y="1581912"/>
            <a:ext cx="19659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039112"/>
            <a:ext cx="19659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View assigned assets and raise maintenance requests.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1417320"/>
            <a:ext cx="73152" cy="182880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33688" y="1581912"/>
            <a:ext cx="21488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2039112"/>
            <a:ext cx="21488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Maintain master data and review maintenance requests.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3657600"/>
            <a:ext cx="73152" cy="18288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3822191"/>
            <a:ext cx="21945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4279392"/>
            <a:ext cx="2194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Monitor maintenance activity and review reports.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142641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8006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Challenges addressed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480060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• Asset details can be spread across multiple records
• Maintenance requests need a clear workflow
• Different teams need role-appropriate views
• Managers need a quick overview of asset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2976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581912"/>
            <a:ext cx="48006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039112"/>
            <a:ext cx="480060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• Organize asset information in one application
• Enable users to submit maintenance requests
• Support admin review and approval decisions
• Give managers visibility into maintenance status and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142641"/>
                </a:solidFill>
                <a:latin typeface="Aptos"/>
              </a:rPr>
              <a:t>Maintenance Request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04</a:t>
            </a:r>
          </a:p>
        </p:txBody>
      </p:sp>
      <p:sp>
        <p:nvSpPr>
          <p:cNvPr id="5" name="Oval 4"/>
          <p:cNvSpPr/>
          <p:nvPr/>
        </p:nvSpPr>
        <p:spPr>
          <a:xfrm>
            <a:off x="1078992" y="1600200"/>
            <a:ext cx="777240" cy="777240"/>
          </a:xfrm>
          <a:prstGeom prst="ellipse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" y="1847088"/>
            <a:ext cx="685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142641"/>
                </a:solidFill>
                <a:latin typeface="Aptos"/>
              </a:rPr>
              <a:t>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3127248"/>
            <a:ext cx="19659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32D3A"/>
                </a:solidFill>
                <a:latin typeface="Aptos"/>
              </a:rPr>
              <a:t>User creates a maintenance request for an asset.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947672"/>
            <a:ext cx="1005840" cy="36576"/>
          </a:xfrm>
          <a:prstGeom prst="rect">
            <a:avLst/>
          </a:prstGeom>
          <a:solidFill>
            <a:srgbClr val="BEC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29000" y="1600200"/>
            <a:ext cx="777240" cy="777240"/>
          </a:xfrm>
          <a:prstGeom prst="ellipse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847088"/>
            <a:ext cx="685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142641"/>
                </a:solidFill>
                <a:latin typeface="Aptos"/>
              </a:rP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3127248"/>
            <a:ext cx="19659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32D3A"/>
                </a:solidFill>
                <a:latin typeface="Aptos"/>
              </a:rPr>
              <a:t>Admin checks the request and its details.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947672"/>
            <a:ext cx="1005840" cy="36576"/>
          </a:xfrm>
          <a:prstGeom prst="rect">
            <a:avLst/>
          </a:prstGeom>
          <a:solidFill>
            <a:srgbClr val="BEC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79007" y="1600200"/>
            <a:ext cx="777240" cy="777240"/>
          </a:xfrm>
          <a:prstGeom prst="ellipse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24727" y="1847088"/>
            <a:ext cx="685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142641"/>
                </a:solidFill>
                <a:latin typeface="Aptos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3" y="3127248"/>
            <a:ext cx="19659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32D3A"/>
                </a:solidFill>
                <a:latin typeface="Aptos"/>
              </a:rPr>
              <a:t>Admin approves or rejects the request.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74536" y="1947672"/>
            <a:ext cx="1005840" cy="36576"/>
          </a:xfrm>
          <a:prstGeom prst="rect">
            <a:avLst/>
          </a:prstGeom>
          <a:solidFill>
            <a:srgbClr val="BEC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29016" y="1600200"/>
            <a:ext cx="777240" cy="777240"/>
          </a:xfrm>
          <a:prstGeom prst="ellipse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1847088"/>
            <a:ext cx="685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142641"/>
                </a:solidFill>
                <a:latin typeface="Aptos"/>
              </a:rPr>
              <a:t>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3127248"/>
            <a:ext cx="19659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32D3A"/>
                </a:solidFill>
                <a:latin typeface="Aptos"/>
              </a:rPr>
              <a:t>Manager monitors progress and status.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1947672"/>
            <a:ext cx="1005840" cy="36576"/>
          </a:xfrm>
          <a:prstGeom prst="rect">
            <a:avLst/>
          </a:prstGeom>
          <a:solidFill>
            <a:srgbClr val="BEC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479024" y="1600200"/>
            <a:ext cx="777240" cy="777240"/>
          </a:xfrm>
          <a:prstGeom prst="ellipse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24744" y="1847088"/>
            <a:ext cx="685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6104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142641"/>
                </a:solidFill>
                <a:latin typeface="Aptos"/>
              </a:rPr>
              <a:t>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127248"/>
            <a:ext cx="19659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32D3A"/>
                </a:solidFill>
                <a:latin typeface="Aptos"/>
              </a:rPr>
              <a:t>Request is updated when work is completed.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sz="2700" b="1" dirty="0">
                <a:solidFill>
                  <a:srgbClr val="142641"/>
                </a:solidFill>
                <a:latin typeface="Aptos"/>
              </a:rPr>
              <a:t>System</a:t>
            </a:r>
            <a:r>
              <a:rPr sz="2700" b="1" dirty="0">
                <a:solidFill>
                  <a:srgbClr val="142641"/>
                </a:solidFill>
                <a:latin typeface="Aptos"/>
              </a:rPr>
              <a:t>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2971800" cy="3383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73152" cy="33832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673351"/>
            <a:ext cx="2606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1. 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30552"/>
            <a:ext cx="26060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Fiori-style web pages
User Dashboard
Admin pages
Manager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08760"/>
            <a:ext cx="2971800" cy="3383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17720" y="1508760"/>
            <a:ext cx="73152" cy="33832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18888" y="1673351"/>
            <a:ext cx="2606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2. Service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130552"/>
            <a:ext cx="26060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SAP CAP services
CDS service definitions
OData V4 endpoints
Role-based 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508760"/>
            <a:ext cx="2971800" cy="3383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12480" y="1508760"/>
            <a:ext cx="73152" cy="33832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13648" y="1673351"/>
            <a:ext cx="2606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3. 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2130552"/>
            <a:ext cx="26060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Database persistence
Asset records
Employee/user mapping
Maintenance requests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13632" y="2743200"/>
            <a:ext cx="502920" cy="502920"/>
          </a:xfrm>
          <a:prstGeom prst="rightArrow">
            <a:avLst/>
          </a:prstGeom>
          <a:solidFill>
            <a:srgbClr val="AAB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708392" y="2743200"/>
            <a:ext cx="502920" cy="502920"/>
          </a:xfrm>
          <a:prstGeom prst="rightArrow">
            <a:avLst/>
          </a:prstGeom>
          <a:solidFill>
            <a:srgbClr val="AAB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5C6C80"/>
                </a:solidFill>
                <a:latin typeface="Aptos"/>
              </a:rPr>
              <a:t>Deployment target: SAP Business Technology Platform (BTP), using Cloud Foundry and the configured application services.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06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687F1C4-CD5A-A64B-DD43-B8F908492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24712"/>
            <a:ext cx="11597640" cy="52717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sz="2700" b="1" dirty="0">
                <a:solidFill>
                  <a:srgbClr val="142641"/>
                </a:solidFill>
                <a:latin typeface="Aptos"/>
              </a:rPr>
              <a:t>Entity Relationship Diagram</a:t>
            </a:r>
            <a:endParaRPr sz="2700" b="1" dirty="0">
              <a:solidFill>
                <a:srgbClr val="142641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074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10972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490472"/>
            <a:ext cx="47091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SAP 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47672"/>
            <a:ext cx="4709159" cy="3657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Backend application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25880"/>
            <a:ext cx="5074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73152" cy="10972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90472"/>
            <a:ext cx="47091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CDS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947672"/>
            <a:ext cx="4709159" cy="3657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Data models and service definitions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43200"/>
            <a:ext cx="5074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2743200"/>
            <a:ext cx="73152" cy="10972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2907792"/>
            <a:ext cx="47091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OData V4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364992"/>
            <a:ext cx="4709159" cy="3657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API access for UI and service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43200"/>
            <a:ext cx="5074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2743200"/>
            <a:ext cx="73152" cy="10972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2907792"/>
            <a:ext cx="47091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Fiori-style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64992"/>
            <a:ext cx="4709159" cy="3657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Role-specific web interface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60520"/>
            <a:ext cx="5074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4160520"/>
            <a:ext cx="73152" cy="10972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4325112"/>
            <a:ext cx="47091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SAP BTP / Cloud Foundry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782312"/>
            <a:ext cx="4709159" cy="3657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Cloud deployment environment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60520"/>
            <a:ext cx="5074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4160520"/>
            <a:ext cx="73152" cy="10972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1968" y="4325112"/>
            <a:ext cx="47091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HANA / configured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782312"/>
            <a:ext cx="4709159" cy="3657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Persistent application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07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8275DF6-3B82-EE45-A076-94C5ABA49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42654"/>
            <a:ext cx="11315699" cy="4927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142641"/>
                </a:solidFill>
                <a:latin typeface="Aptos"/>
              </a:rPr>
              <a:t>User Roles &amp;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3383280" cy="6858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3017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880360" cy="2560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rPr dirty="0"/>
              <a:t>View assigned assets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rPr dirty="0"/>
              <a:t>Raise maintenance requests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rPr dirty="0"/>
              <a:t>Track request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508760"/>
            <a:ext cx="3383280" cy="68580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709928"/>
            <a:ext cx="3017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2880360" cy="2560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Manage asset/master data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Approve or reject requests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Maintain data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508760"/>
            <a:ext cx="3383280" cy="6858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709928"/>
            <a:ext cx="3017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60320"/>
            <a:ext cx="2880360" cy="2560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Monitor maintenance work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Review operational reports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Follow request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sz="2700" b="1" dirty="0">
                <a:solidFill>
                  <a:srgbClr val="142641"/>
                </a:solidFill>
                <a:latin typeface="Aptos"/>
              </a:rPr>
              <a:t>Output Screens</a:t>
            </a:r>
            <a:endParaRPr sz="2700" b="1" dirty="0">
              <a:solidFill>
                <a:srgbClr val="142641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08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02852AF-8A27-EEB4-F208-4447566E9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382486"/>
            <a:ext cx="11658600" cy="51280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D20694-3BA1-F934-1684-D4B6AAABE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721442"/>
            <a:ext cx="11136086" cy="541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146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626CB3-80EA-89C4-B672-287A46C76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57" y="570739"/>
            <a:ext cx="11125200" cy="530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971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E1A7AF-2CE9-0070-53C8-06AB6754B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3" y="806643"/>
            <a:ext cx="10798628" cy="524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53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3CE9F7-5D5B-7498-12F4-03D143F26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71" y="668298"/>
            <a:ext cx="11223172" cy="552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02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1F4CC0-B12B-DFE8-C50B-AD377C27D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4" y="765091"/>
            <a:ext cx="11125200" cy="532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15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99EDBE-2382-D770-24A5-BA811D46B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0" y="935921"/>
            <a:ext cx="11353801" cy="498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07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E8B9F-AD53-C743-1CC5-4A518EA45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71" y="653143"/>
            <a:ext cx="11364686" cy="546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04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1942DA-2C5C-9F7F-7206-211B4D16C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42" y="922687"/>
            <a:ext cx="11375571" cy="501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05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518028-8955-4840-F734-CBCEB6F1B2E0}"/>
              </a:ext>
            </a:extLst>
          </p:cNvPr>
          <p:cNvSpPr txBox="1"/>
          <p:nvPr/>
        </p:nvSpPr>
        <p:spPr>
          <a:xfrm>
            <a:off x="468086" y="381000"/>
            <a:ext cx="41807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b="1" dirty="0"/>
              <a:t>Manager Dashboard: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90B9D4-A8E8-6D37-4FD6-3E7F3A80C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1077686"/>
            <a:ext cx="11114314" cy="52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42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57108E-E418-0608-09D0-AD403463D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858"/>
            <a:ext cx="12192000" cy="450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41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4AC5E-8E17-FC76-FD10-52FAB5A36115}"/>
              </a:ext>
            </a:extLst>
          </p:cNvPr>
          <p:cNvSpPr txBox="1"/>
          <p:nvPr/>
        </p:nvSpPr>
        <p:spPr>
          <a:xfrm>
            <a:off x="217715" y="304799"/>
            <a:ext cx="341984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/>
              <a:t>User Dashboard: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CA73C3-AF10-A82B-83CB-073EADBEF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5" y="1186543"/>
            <a:ext cx="11255828" cy="499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38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83AEB6-2BBD-E05C-5F95-EB4F657F6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" y="745844"/>
            <a:ext cx="11495314" cy="536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6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 dirty="0">
                <a:solidFill>
                  <a:srgbClr val="142641"/>
                </a:solidFill>
                <a:latin typeface="Aptos"/>
              </a:rPr>
              <a:t>Key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73152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98348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15544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581912"/>
            <a:ext cx="4617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Better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39112"/>
            <a:ext cx="4617720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Asset and maintenance information is easier to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498348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73152" cy="15544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581912"/>
            <a:ext cx="4617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Clear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39112"/>
            <a:ext cx="4617720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Each role has defined responsibilities.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74720"/>
            <a:ext cx="498348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3474720"/>
            <a:ext cx="73152" cy="155448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639312"/>
            <a:ext cx="4617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Structured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096511"/>
            <a:ext cx="4617720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Requests move through review, decision, and tracking.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74720"/>
            <a:ext cx="498348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73152" cy="15544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3639312"/>
            <a:ext cx="4617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142641"/>
                </a:solidFill>
                <a:latin typeface="Aptos"/>
              </a:rPr>
              <a:t>Faster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096511"/>
            <a:ext cx="4617720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32D3A"/>
                </a:solidFill>
                <a:latin typeface="Aptos"/>
              </a:rPr>
              <a:t>Manager views can support operational follow-up.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B9191"/>
                </a:solidFill>
                <a:latin typeface="Aptos"/>
              </a:rPr>
              <a:t>Expected outcome: a more organized and transparent asset maintenance process.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5C6C80"/>
                </a:solidFill>
                <a:latin typeface="Aptos"/>
              </a:rPr>
              <a:t>ASSET LIFECYCLE MANAGEMENT | PROJECT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5C6C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</TotalTime>
  <Words>518</Words>
  <Application>Microsoft Office PowerPoint</Application>
  <PresentationFormat>Widescreen</PresentationFormat>
  <Paragraphs>107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Malathi, Gajula</dc:creator>
  <cp:keywords/>
  <dc:description>generated using python-pptx</dc:description>
  <cp:lastModifiedBy>Malathi, Gajula</cp:lastModifiedBy>
  <cp:revision>2</cp:revision>
  <dcterms:created xsi:type="dcterms:W3CDTF">2013-01-27T09:14:16Z</dcterms:created>
  <dcterms:modified xsi:type="dcterms:W3CDTF">2026-10-29T00:11:54Z</dcterms:modified>
  <cp:category/>
</cp:coreProperties>
</file>